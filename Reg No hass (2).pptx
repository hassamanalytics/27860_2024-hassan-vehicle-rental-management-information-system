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4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09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0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4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46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1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8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82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7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80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38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25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53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62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52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0EE6A27-95EB-4DAC-A752-B6DC87841B6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CAA6A41-D333-4551-B6B6-F68C8730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9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D93F-0FF2-3429-E4D5-F629D3CEF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39" y="288759"/>
            <a:ext cx="10515600" cy="230688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Reg No:27860/2024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Vehicle Management Information System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9FCD8-EE5C-858D-5E6A-140614EC4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67" y="2595646"/>
            <a:ext cx="10515600" cy="4351338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 Definition: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Many organizations face difficulties in managing vehicle information, maintenance records, fuel consumption, drivers, and vehicle usage manually. This can lead to data loss, delays, and poor decision-making.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Context of Use: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system will be used by companies, universities, transport organizations, or institutions that manage a fleet of vehicles.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39A4-ABD1-06DB-C302-78892F66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Target Users: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61F20-52AF-9538-96E6-75D6D874E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14" y="2069431"/>
            <a:ext cx="10853286" cy="4107531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Fleet Managers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Administrators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Drivers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Maintenance Staff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Objectives: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Store and manage vehicle information.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 driver records.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Track vehicle maintenance and repairs.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 fuel consumption.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Monitor vehicle assignments and usage.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Generate useful reports using the database.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39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E5AC-025F-486D-4E35-ACE645C0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Expected Benefits: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C18A-168D-5BD7-0466-DBA7E236E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Better organization of vehicle data.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Faster access to information.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Reduced paperwork and data errors.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Improved maintenance tracking.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Better management and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1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150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Century Gothic</vt:lpstr>
      <vt:lpstr>Wingdings 3</vt:lpstr>
      <vt:lpstr>Ion Boardroom</vt:lpstr>
      <vt:lpstr>Reg No:27860/2024 Vehicle Management Information System </vt:lpstr>
      <vt:lpstr>Target Users: </vt:lpstr>
      <vt:lpstr>Expected Benefits: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 No:27860/2024 Vehicle Management Information System </dc:title>
  <dc:creator>maroon.06565@gmail.com</dc:creator>
  <cp:lastModifiedBy>maroon.06565@gmail.com</cp:lastModifiedBy>
  <cp:revision>1</cp:revision>
  <dcterms:created xsi:type="dcterms:W3CDTF">2026-07-24T12:52:59Z</dcterms:created>
  <dcterms:modified xsi:type="dcterms:W3CDTF">2026-07-24T12:59:25Z</dcterms:modified>
</cp:coreProperties>
</file>